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53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Sampling &amp;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Compression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Krishiv Geriani (220545)   |   Vishap Raj (221208)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Prof. Amitangshu Pal  &amp;  Prof. Adrish Banerjee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73152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Objectives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73152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Adaptive Sampling Techniques (Part 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73152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Datasets Used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73152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325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Time Series Compression Methods (Part 2)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73152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331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Results &amp; Comparison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337560"/>
            <a:ext cx="73152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3337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Conclusions &amp;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Sampling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and implement five adaptive sampling learners (1D, 2D, Discrete, Sequence, Balancing) from scratch in Python — without relying on any existing libraries.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41148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887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188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Compression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nine compression algorithms to three real-world datasets and identify the best method in terms of compression ratio vs. reconstruction accuracy (RMSE).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Sampling —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7373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Learner1D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21408" y="118872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continuous domain. Bisects the interval with highest interpolation error.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892808"/>
            <a:ext cx="17373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928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Learner2D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21408" y="193852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rectangular domain. Refines the rectangle with largest center deviation.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17373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4261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DiscreteLearner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268833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set of discrete points. Evaluates all unseen points.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392424"/>
            <a:ext cx="17373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9242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SequenceLearner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34381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Integer-indexed sequences. Bisects by interpolation error.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142232"/>
            <a:ext cx="17373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1422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BalancingLearner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21408" y="418795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multiple learners. Picks whichever has highest pending error.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74920" y="1115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(Learner1D)</a:t>
            </a:r>
            <a:endParaRPr lang="en-US" sz="1200" dirty="0"/>
          </a:p>
        </p:txBody>
      </p:sp>
      <p:pic>
        <p:nvPicPr>
          <p:cNvPr id="20" name="Image 0" descr="/home/claude/diag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0"/>
            <a:ext cx="39319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889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Solar Cycle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81051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SWPC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sunspot indices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slow, near-sinusoidal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7889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Temperature / Power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81051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temp, New Delhi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24-hr daily periodicity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78892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43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Geomagnetic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181051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Observatory, Barrow AK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 H-component (nT)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Nature: 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non-stationary bursts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Methods (9 Total)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Encoding — stores differences between consecutive values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RLE — run-length encodes repeated delta values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Huffman — entropy coding; shortest codes for most frequent deltas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420624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4300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664208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— keeps top 10% frequency coefficients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Polynomial — quadratic fit per 128-sample window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 — replaces each window with its mean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(db4) — keeps top 10% magnitude coefficients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(2-Method) — variance-guided: wavelet on smooth, Huffman on complex segments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Forecast — AR(20)-guided segmentation variant of above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Adaptive Methods (Novel Contribution)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segment the signal and apply different compression to smooth vs. complex regions.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164592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Variance-Based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90195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→ compute std. deviation.  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30% (smooth) → Wavelet.   Top 70% (complex) → Delta + Huffman.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26080"/>
            <a:ext cx="164592" cy="1325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AR Forecast-Guided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31927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AR(20) model → forecast RMSE per segment.  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error (predictable) → Wavelet.   High error (unpredictable) → Delta + Huffman.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148132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Illustration (Method 1)</a:t>
            </a:r>
            <a:endParaRPr lang="en-US" sz="1200" dirty="0"/>
          </a:p>
        </p:txBody>
      </p:sp>
      <p:pic>
        <p:nvPicPr>
          <p:cNvPr id="14" name="Image 0" descr="/home/claude/diag_adap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83080"/>
            <a:ext cx="4343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All Three Datasets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7909560" cy="380085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+ RLE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+ Huffman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Piecewise Poly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(2-method)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Lossless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1243584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Huffman — 80–91% size reduction, zero reconstruction error across all datasets.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56816"/>
            <a:ext cx="192024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5681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Smooth/Periodic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201168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— excellent on temperature data (RMSE = 1.28 at ratio 0.095). Degrades on noisy signals.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192024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24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Noisy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779776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— outperforms DCT on geomagnetic data (RMSE 12.2 vs 24.3) due to local time-frequency resolution.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192024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9300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Lossy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3547872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(2-Method) — lowest RMSE among lossy methods on all three datasets at ~0.11 ratio.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261104"/>
            <a:ext cx="192024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6110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4315968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 — smallest ratio (~0.008) but very high error. Suitable only for coarse trend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method dominates across all signal types — choice depends on the data and the acceptable error.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segmentation (variance-based) consistently outperforms fixed-strategy lossy methods.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Forecast-guided (AR) segmentation performed comparably to variance-based segmentation on smooth data, but offered no advantage on noisy, non-stationary signals.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compression is more robust than DCT for real-world scientific signals with irregular structure.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 and Piecewise Polynomial are only suitable for coarse-level trend detection, not accurate reconstruction.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17602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Krishiv Geriani (220545)   |   Vishap Raj (221208)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github.com/krishivg22/Adaptive_Sampling-Time_Series_Compression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Microsoft Office PowerPoint</Application>
  <PresentationFormat>On-screen Show (16:9)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Sampling &amp; Time Series Compression</dc:title>
  <dc:subject>PptxGenJS Presentation</dc:subject>
  <dc:creator>PptxGenJS</dc:creator>
  <cp:lastModifiedBy>Krishiv Geriani</cp:lastModifiedBy>
  <cp:revision>2</cp:revision>
  <dcterms:created xsi:type="dcterms:W3CDTF">2026-04-20T04:34:37Z</dcterms:created>
  <dcterms:modified xsi:type="dcterms:W3CDTF">2026-04-20T04:45:25Z</dcterms:modified>
</cp:coreProperties>
</file>