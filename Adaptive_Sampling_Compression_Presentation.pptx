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66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93089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749040"/>
            <a:ext cx="9144000" cy="1394460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0292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Sampling &amp;</a:t>
            </a:r>
            <a:endParaRPr lang="en-US" sz="3800" dirty="0"/>
          </a:p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Series Compression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Comparative Study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Krishiv Geriani (220545)   |   Vishap Raj (221208)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Supervisors: Prof. Amitangshu Pal  &amp;  Prof. Adrish Banerjee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73152" cy="640080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3258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Project Objectives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73152" cy="640080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23317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Adaptive Sampling Techniques (Part 1)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3337560"/>
            <a:ext cx="73152" cy="640080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3375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Datasets Used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54880" y="1325880"/>
            <a:ext cx="73152" cy="64008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56048" y="132588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Time Series Compression Methods (Part 2)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754880" y="2331720"/>
            <a:ext cx="73152" cy="64008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56048" y="233172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Results &amp; Comparison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754880" y="3337560"/>
            <a:ext cx="73152" cy="64008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333756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Conclusions &amp; Recommendations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1148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4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88720"/>
            <a:ext cx="4114800" cy="5943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188720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88720" y="118872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Sampling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92024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and implement five adaptive sampling learners (1D, 2D, Discrete, Sequence, Balancing) from scratch in Python — without relying on any existing libraries.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41148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4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1188720"/>
            <a:ext cx="4114800" cy="5943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0" y="1188720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669280" y="118872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Series Compression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74920" y="192024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nine compression algorithms to three real-world datasets and identify the best method in terms of compression ratio vs. reconstruction accuracy (RMSE).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Sampling — Overview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more where the function changes most; sample less where it is smooth.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learner classes implemented from scratch in Python.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2011680"/>
            <a:ext cx="2011680" cy="47548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2011680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Learner1D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14600" y="2048256"/>
            <a:ext cx="6309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continuous domain. Bisects the interval with highest linear interpolation error.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624328"/>
            <a:ext cx="2011680" cy="47548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2624328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Learner2D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14600" y="2660904"/>
            <a:ext cx="6309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rectangular domain. Refines the grid rectangle with largest center deviation.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3236976"/>
            <a:ext cx="2011680" cy="47548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3236976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DiscreteLearner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514600" y="3273552"/>
            <a:ext cx="6309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Finite set of discrete points. Systematically evaluates all unseen points.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5760" y="3849624"/>
            <a:ext cx="2011680" cy="47548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849624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SequenceLearner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514600" y="3886200"/>
            <a:ext cx="6309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Integer-indexed sequences. Bisects by interpolation error, like 1D but on indices.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65760" y="4462272"/>
            <a:ext cx="2011680" cy="47548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4462272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BalancingLearner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514600" y="4498848"/>
            <a:ext cx="6309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multiple learners. Evaluates whichever learner has the highest pending error.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27889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4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143000"/>
            <a:ext cx="2788920" cy="548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1430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Solar Cycle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38912" y="1810512"/>
            <a:ext cx="24688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NOAA SWPC
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Type: </a:t>
            </a: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sunspot indices
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Nature: </a:t>
            </a: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Smooth, slow, near-sinusoidal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00400" y="1143000"/>
            <a:ext cx="27889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4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0" y="1143000"/>
            <a:ext cx="2788920" cy="548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1430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Temperature / Power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64992" y="1810512"/>
            <a:ext cx="24688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API
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Type: </a:t>
            </a: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temp, New Delhi
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Nature: </a:t>
            </a: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24-hr daily periodicity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26480" y="1143000"/>
            <a:ext cx="27889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4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1143000"/>
            <a:ext cx="2788920" cy="54864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11430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Geomagnetic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91072" y="1810512"/>
            <a:ext cx="24688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USGS Observatory, Barrow AK
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Type: </a:t>
            </a: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1-min H-component (nT)
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Nature: </a:t>
            </a: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Noisy, non-stationary bursts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Methods (9 Total)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4114800" cy="43891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14300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664208"/>
            <a:ext cx="39776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Encoding — stores differences between consecutive values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+ RLE — run-length encodes repeated delta values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+ Huffman — entropy coding; shortest codes for most frequent deltas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143000"/>
            <a:ext cx="4206240" cy="438912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09160" y="1143000"/>
            <a:ext cx="4206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00600" y="1664208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DCT — keeps top 10% frequency coefficients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Piecewise Polynomial — quadratic fit per 128-sample window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 — replaces each window with its mean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Wavelet (db4) — keeps top 10% magnitude coefficients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(2-Method) — variance-guided: wavelet on smooth, Huffman on complex segments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Forecast — AR(20)-guided segmentation variant of above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All Three Datasets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7909560" cy="3800856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749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 + RLE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 + Huffman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21.51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Piecewise Poly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(2-method)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20240" cy="56692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18872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Lossless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423160" y="1243584"/>
            <a:ext cx="6492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+ Huffman — 80–91% size reduction, zero reconstruction error across all datasets.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956816"/>
            <a:ext cx="1920240" cy="56692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956816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Smooth/Periodic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423160" y="2011680"/>
            <a:ext cx="6492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DCT — excellent on temperature data (RMSE = 1.28 at ratio 0.095). Degrades on noisy signals.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724912"/>
            <a:ext cx="1920240" cy="56692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724912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Noisy Data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23160" y="2779776"/>
            <a:ext cx="6492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Wavelet — outperforms DCT on geomagnetic data (RMSE 12.2 vs 24.3) due to local time-frequency resolution.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3493008"/>
            <a:ext cx="1920240" cy="56692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493008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Overall Lossy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423160" y="3547872"/>
            <a:ext cx="6492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(2-Method) — lowest RMSE among lossy methods on all three datasets at ~0.11 ratio.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4261104"/>
            <a:ext cx="1920240" cy="56692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4261104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Compression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423160" y="4315968"/>
            <a:ext cx="6492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 — smallest ratio (~0.008) but very high error. Suitable only for coarse trend analysis.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8229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method dominates across all signal types — choice depends on the data and the acceptable error.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segmentation (variance-based) consistently outperforms fixed-strategy lossy methods.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Forecast-guided (AR) segmentation did not improve over variance-based segmentation on noisy data — a more sophisticated model would be needed.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Wavelet compression is more robust than DCT for real-world scientific signals with irregular structure.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 and Piecewise Polynomial are only suitable for coarse-level trend detection, not accurate reconstruction.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383280"/>
            <a:ext cx="9144000" cy="1760220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2240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Krishiv Geriani (220545)   |   Vishap Raj (221208)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github.com/krishivg22/Adaptive_Sampling-Time_Series_Compression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727</Words>
  <Application>Microsoft Office PowerPoint</Application>
  <PresentationFormat>On-screen Show (16:9)</PresentationFormat>
  <Paragraphs>165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Adaptive Sampling &amp; Time Series Compression</dc:title>
  <dc:subject>PptxGenJS Presentation</dc:subject>
  <dc:creator>PptxGenJS</dc:creator>
  <cp:lastModifiedBy>Krishiv Geriani</cp:lastModifiedBy>
  <cp:revision>2</cp:revision>
  <dcterms:created xsi:type="dcterms:W3CDTF">2026-04-18T17:01:24Z</dcterms:created>
  <dcterms:modified xsi:type="dcterms:W3CDTF">2026-04-18T17:08:47Z</dcterms:modified>
</cp:coreProperties>
</file>