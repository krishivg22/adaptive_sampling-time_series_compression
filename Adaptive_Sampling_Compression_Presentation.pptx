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020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7112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49040"/>
            <a:ext cx="9144000" cy="139446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Sampling &amp;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Compression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Study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Krishiv Geriani (220545)   |   Vishap Raj (221208)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Supervisors: Prof. Amitangshu Pal  &amp;  Prof. Adrish Banerjee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73152" cy="64008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258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Project Objectives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73152" cy="64008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3317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Adaptive Sampling Techniques (Part 1)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73152" cy="64008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3375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Datasets Used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73152" cy="6400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3258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Time Series Compression Methods (Part 2)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54880" y="2331720"/>
            <a:ext cx="73152" cy="6400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3317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Results &amp; Comparison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754880" y="3337560"/>
            <a:ext cx="73152" cy="6400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333756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Conclusions &amp; Recommendations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4114800" cy="5943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887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188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Sampling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and implement five adaptive sampling learners (1D, 2D, Discrete, Sequence, Balancing) from scratch in Python — without relying on any existing libraries.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188720"/>
            <a:ext cx="4114800" cy="5943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11887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669280" y="1188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Compression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74920" y="192024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nine compression algorithms to three real-world datasets and identify the best method in terms of compression ratio vs. reconstruction accuracy (RMSE).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Sampling —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more where the function changes most; sample less where it is smooth.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learner classes implemented from scratch in Python.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201168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011680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Learner1D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2048256"/>
            <a:ext cx="6309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continuous domain. Bisects the interval with highest linear interpolation error.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624328"/>
            <a:ext cx="201168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62432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Learner2D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14600" y="2660904"/>
            <a:ext cx="6309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rectangular domain. Refines the grid rectangle with largest center deviation.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236976"/>
            <a:ext cx="201168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23697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DiscreteLearner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14600" y="3273552"/>
            <a:ext cx="6309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set of discrete points. Systematically evaluates all unseen points.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849624"/>
            <a:ext cx="201168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849624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SequenceLearner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14600" y="3886200"/>
            <a:ext cx="6309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Integer-indexed sequences. Bisects by interpolation error, like 1D but on indices.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4462272"/>
            <a:ext cx="201168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462272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BalancingLearner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14600" y="4498848"/>
            <a:ext cx="6309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multiple learners. Evaluates whichever learner has the highest pending error.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2788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43000"/>
            <a:ext cx="278892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1430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Solar Cycle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" y="1810512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SWPC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sunspot indices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slow, near-sinusoidal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00400" y="1143000"/>
            <a:ext cx="2788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143000"/>
            <a:ext cx="278892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430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Temperature / Power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64992" y="1810512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API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temp, New Delhi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24-hr daily periodicity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143000"/>
            <a:ext cx="2788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143000"/>
            <a:ext cx="2788920" cy="54864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1430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Geomagnetic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91072" y="1810512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Observatory, Barrow AK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1-min H-component (nT)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Noisy, non-stationary bursts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Methods (9 Total)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114800" cy="4389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430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64208"/>
            <a:ext cx="39776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Encoding — stores differences between consecutive values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+ RLE — run-length encodes repeated delta values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+ Huffman — entropy coding; shortest codes for most frequent deltas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4206240" cy="43891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1143000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00600" y="1664208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DCT — keeps top 10% frequency coefficients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Piecewise Polynomial — quadratic fit per 128-sample window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 — replaces each window with its mean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Wavelet (db4) — keeps top 10% magnitude coefficients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(2-Method) — variance-guided: wavelet on smooth, Huffman on complex segments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Forecast — AR(20)-guided segmentation variant of above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Adaptive Methods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were designed and implemented as part of this project. The core idea: don't compress the entire signal the same way — treat different segments differently based on their behaviour.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828800"/>
            <a:ext cx="8412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828800"/>
            <a:ext cx="164592" cy="1417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874520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— Adaptive Compression (Variance-Based)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24028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the signal into fixed-size segments.   </a:t>
            </a: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std. deviation per segment.   </a:t>
            </a: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30% (smooth) → Wavelet compression.   Top 70% (complex) → Delta + Huffman coding.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3401568"/>
            <a:ext cx="8412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3401568"/>
            <a:ext cx="164592" cy="141732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447288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— Adaptive Forecast Compression (AR-Guided)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3813048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an AR(20) model on the full series and generate predictions.   </a:t>
            </a: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forecast RMSE per segment.   </a:t>
            </a: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Low-error (predictable) → Wavelet.   High-error (unpredictable) → Delta + Huffman.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All Three Datasets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7909560" cy="3800856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+ 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+ Huffman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Piecewise Poly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(2-method)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2024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887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Lossless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23160" y="1243584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+ Huffman — 80–91% size reduction, zero reconstruction error across all datasets.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956816"/>
            <a:ext cx="192024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956816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Smooth/Periodic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423160" y="2011680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DCT — excellent on temperature data (RMSE = 1.28 at ratio 0.095). Degrades on noisy signals.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724912"/>
            <a:ext cx="192024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72491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Noisy Data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2779776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Wavelet — outperforms DCT on geomagnetic data (RMSE 12.2 vs 24.3) due to local time-frequency resolution.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493008"/>
            <a:ext cx="192024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493008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Overall Lossy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23160" y="3547872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(2-Method) — lowest RMSE among lossy methods on all three datasets at ~0.11 ratio.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261104"/>
            <a:ext cx="192024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261104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Compression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23160" y="4315968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 — smallest ratio (~0.008) but very high error. Suitable only for coarse trend analysis.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method dominates across all signal types — choice depends on the data and the acceptable error.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segmentation (variance-based) consistently outperforms fixed-strategy lossy methods.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/>
              <a:t>Forecast-guided (AR) segmentation performed comparably to variance-based segmentation on smooth data, but offered no advantage on noisy, non-stationary signals.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Wavelet compression is more robust than DCT for real-world scientific signals with irregular structure.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 and Piecewise Polynomial are only suitable for coarse-level trend detection, not accurate reconstruction.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9144000" cy="176022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Krishiv Geriani (220545)   |   Vishap Raj (221208)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github.com/krishivg22/Adaptive_Sampling-Time_Series_Compression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874</Words>
  <Application>Microsoft Office PowerPoint</Application>
  <PresentationFormat>On-screen Show (16:9)</PresentationFormat>
  <Paragraphs>172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Sampling &amp; Time Series Compression</dc:title>
  <dc:subject>PptxGenJS Presentation</dc:subject>
  <dc:creator>PptxGenJS</dc:creator>
  <cp:lastModifiedBy>Krishiv Geriani</cp:lastModifiedBy>
  <cp:revision>2</cp:revision>
  <dcterms:created xsi:type="dcterms:W3CDTF">2026-04-19T09:17:40Z</dcterms:created>
  <dcterms:modified xsi:type="dcterms:W3CDTF">2026-04-19T09:29:07Z</dcterms:modified>
</cp:coreProperties>
</file>